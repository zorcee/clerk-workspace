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开场：这是给办公室文员用的本机工作台，用来接飞书云盘和合同台账。今天用演示数据走一遍，不碰真合同。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先讲边界，避免被问“能不能直接盖章外发”。强调：起草、登记、提醒。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点开首页。讲四个数字：待办、合同份数、未开、未付。再点一条待办，说明任务从台账长出来，不是另写一份待办表。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点「2026 年销售单章」。改一个未开金额，说明保存到 D 盘，清浏览器也不丢。再切到电子合同。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强调和飞书多维表同一套列：相对方、金额、已开未开、已付未付、纸质位置。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点左侧「财务资料」。大文件夹建议用「打开资料库文件夹」在资源管理器里复制，比网页上传稳。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点招投标资料，指一下链接条目。打开会走浏览器。不要把飞书占位空文件当附件上传。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指「待开」两行：演示客户乙 8000、临港建设二期 27000。讲完可点「已完成」把待办收掉。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点开岳阳临港、青禾软件两条。说明财务对账不用再另开一张飞书表。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打开报价单，点一下导出或预览。重复一句：系统不代替发送。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快速带过即可。有人问电子签：电子合同在另一张表，这里是纸质套打。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收尾前再讲一次边界，避免会后被当成“飞书替代品全家桶”。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如果现场没有投影，就直接开网站点，这套 PPT 当提词器用。操作录像在「文事台操作演示.webm」。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结束：问要不要当场看真环境。真合同用启动网站后的正式数据；今天这套是虚构演示。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F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C3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湖南谛图科技有限公司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文事台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内部文员工作台演示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把飞书里的云盘和合同表，收到本机工作台。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系统只起草、登记、提醒，不代替盖章外发。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虚构台账  |  本机 http://localhost:5173/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C3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要解决什么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飞书里同时放着云盘文件夹、合同多维表、发票和对账。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文员每天要找文件、登合同、看谁还没开票、谁还没交接。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文事台把这些收到本机 D 盘：台账可检索、可改，文件可打开。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聊天、日程、审批仍留在飞书。工作台不代替盖章、也不对外发送。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C3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今日工作台：待办一眼看完</a:t>
            </a:r>
            <a:endParaRPr lang="en-US" sz="2000" dirty="0"/>
          </a:p>
        </p:txBody>
      </p:sp>
      <p:pic>
        <p:nvPicPr>
          <p:cNvPr id="6" name="Image 0" descr="D:\workspace-2026.8.18\演示\截图\01-今日工作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38560" cy="5212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待开发票、合同未开、交接未完，都会挂在「我的任务」里。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C3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合同按年 · 采购 / 销售</a:t>
            </a:r>
            <a:endParaRPr lang="en-US" sz="2000" dirty="0"/>
          </a:p>
        </p:txBody>
      </p:sp>
      <p:pic>
        <p:nvPicPr>
          <p:cNvPr id="6" name="Image 0" descr="D:\workspace-2026.8.18\演示\截图\02-2026销售单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38560" cy="5212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2023–2026 单章、电子分开看。格子里可以直接改，像飞书多维表。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C3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电子合同同一套列</a:t>
            </a:r>
            <a:endParaRPr lang="en-US" sz="2000" dirty="0"/>
          </a:p>
        </p:txBody>
      </p:sp>
      <p:pic>
        <p:nvPicPr>
          <p:cNvPr id="6" name="Image 0" descr="D:\workspace-2026.8.18\演示\截图\03-电子合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38560" cy="5212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单章和电子分开导入、分开统计，字段对齐飞书合同表。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C3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资料库：左侧目录对齐飞书云盘</a:t>
            </a:r>
            <a:endParaRPr lang="en-US" sz="2000" dirty="0"/>
          </a:p>
        </p:txBody>
      </p:sp>
      <p:pic>
        <p:nvPicPr>
          <p:cNvPr id="6" name="Image 0" descr="D:\workspace-2026.8.18\演示\截图\04-资料库财务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38560" cy="5212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财务资料、公司基础资料、合同、申报、项目、招投标。文件在 D:\谛图文事台数据\资料库。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C3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招投标里的在线文档是链接</a:t>
            </a:r>
            <a:endParaRPr lang="en-US" sz="2000" dirty="0"/>
          </a:p>
        </p:txBody>
      </p:sp>
      <p:pic>
        <p:nvPicPr>
          <p:cNvPr id="6" name="Image 0" descr="D:\workspace-2026.8.18\演示\截图\05-招投标资料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38560" cy="5212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飞书文档 / 表格 / 多维表格不是文件。复制浏览器地址，在文件夹里「添加链接」。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C3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发票统计</a:t>
            </a:r>
            <a:endParaRPr lang="en-US" sz="2000" dirty="0"/>
          </a:p>
        </p:txBody>
      </p:sp>
      <p:pic>
        <p:nvPicPr>
          <p:cNvPr id="6" name="Image 0" descr="D:\workspace-2026.8.18\演示\截图\06-发票统计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38560" cy="5212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条发票，合计 90,600。待开可以空着，写完会出现在今日工作台。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C3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应收应付能对上合同</a:t>
            </a:r>
            <a:endParaRPr lang="en-US" sz="2000" dirty="0"/>
          </a:p>
        </p:txBody>
      </p:sp>
      <p:pic>
        <p:nvPicPr>
          <p:cNvPr id="6" name="Image 0" descr="D:\workspace-2026.8.18\演示\截图\07-应收应付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38560" cy="5212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条往来，余额合计 62,000。和合同未开未付同一套数。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C3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报价单只起草，不外发</a:t>
            </a:r>
            <a:endParaRPr lang="en-US" sz="2000" dirty="0"/>
          </a:p>
        </p:txBody>
      </p:sp>
      <p:pic>
        <p:nvPicPr>
          <p:cNvPr id="6" name="Image 0" descr="D:\workspace-2026.8.18\演示\截图\08-报价单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38560" cy="5212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按模板填物料、数量、含税单价。导出 Word 后仍由人确认再发。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C3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普通合同模板同样只套打</a:t>
            </a:r>
            <a:endParaRPr lang="en-US" sz="2000" dirty="0"/>
          </a:p>
        </p:txBody>
      </p:sp>
      <p:pic>
        <p:nvPicPr>
          <p:cNvPr id="6" name="Image 0" descr="D:\workspace-2026.8.18\演示\截图\09-合同模板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38560" cy="5212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供方需方合同书。套打后可登记进单章台账。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C3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系统边界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做：合同 / 发票 / 应收应付 / 物品 / 存档 / 报价 / 交接 / 本机资料库。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不做：聊天、日程、审批、在线多人同时改文档、公章与外发。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数据在 D:\谛图文事台数据，同时留 wenshi.bak.json 备份。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发出和归档仍由人确认。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C3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怎么开、怎么讲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双击「启动网站.bat」，浏览器打开 http://localhost:5173/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首页按「演示怎么讲」点五步，大约三分钟。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讲乱了：侧栏「重新装入演示数据」。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关：关闭网站.bat，或窗口里 Ctrl+C。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给外地看：开启外地访问.bat，把临时链接发出去。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F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3C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文事台  ·  湖南谛图科技有限公司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F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有问题可以当场打开工作台看。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文事台演示</dc:title>
  <dc:subject>内部文员工作台</dc:subject>
  <dc:creator>湖南谛图科技有限公司</dc:creator>
  <cp:lastModifiedBy>湖南谛图科技有限公司</cp:lastModifiedBy>
  <cp:revision>1</cp:revision>
  <dcterms:created xsi:type="dcterms:W3CDTF">2026-09-01T09:46:18Z</dcterms:created>
  <dcterms:modified xsi:type="dcterms:W3CDTF">2026-09-01T09:46:18Z</dcterms:modified>
</cp:coreProperties>
</file>